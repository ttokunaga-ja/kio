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blank" preserve="1">
  <p:cSld name="Blank">
    <p:spTree>
      <p:nvGrpSpPr/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>
  <p:cSld name="Master">
    <p:spTree>
      <p:nvGrpSpPr/>
      <p:grpSpPr/>
    </p:spTree>
  </p:cSld>
  <p:sldLayoutLst>
    <p:sldLayoutId xmlns:r="http://schemas.openxmlformats.org/officeDocument/2006/relationships" id="1" r:id="rId1"/>
  </p:sldLayout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/>
      <p:grpSpPr/>
      <p:sp>
        <p:nvSpPr>
          <p:cNvPr id="1" name="Title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r>
              <a:t>KIO_A07_PPTX_PUBLIC_MARKER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</a:clrScheme>
    <a:fontScheme name="Office">
      <a:majorFont/>
      <a:minorFont/>
    </a:fontScheme>
    <a:fmtScheme name="Office">
      <a:fillStyleLst/>
      <a:lnStyleLst/>
      <a:effectStyleLst/>
      <a:bgFillStyleLst/>
    </a:fmtScheme>
  </a:themeElements>
</a:theme>
</file>